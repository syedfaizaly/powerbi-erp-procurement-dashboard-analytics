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BI Dashboard Design Flow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Purchase to Tender &amp; Milestones 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Purchase Orders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85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PurchaseOrdersDetails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2344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Purchase Requisitions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7830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19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PurchaseOrderRevision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33171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517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Tendors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80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TendorCommittee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4290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49039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TendorCommittee_DrillDown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97763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976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TendorCommittee_Details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45262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8463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Milestones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5074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394959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DrillDownDetailsFeature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